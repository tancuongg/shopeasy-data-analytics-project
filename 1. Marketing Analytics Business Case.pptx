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106" d="100"/>
          <a:sy n="106" d="100"/>
        </p:scale>
        <p:origin x="43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625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719</TotalTime>
  <Words>612</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Cường Lê</cp:lastModifiedBy>
  <cp:revision>4</cp:revision>
  <dcterms:created xsi:type="dcterms:W3CDTF">2024-07-20T13:50:58Z</dcterms:created>
  <dcterms:modified xsi:type="dcterms:W3CDTF">2025-12-02T10:30:16Z</dcterms:modified>
</cp:coreProperties>
</file>